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我们交付的不是“神奇模型”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我们用机器学习、工程约束和反复审计，把一个行业 ETF 轮动直觉转化为可复现、可解释、可反思的研究流程。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最后的重点不是证明稳定盈利，而是说明：哪些直觉被证据保留，哪些被证据修正。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行业状态可能具有中期延续性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机器学习可能帮助整合弱信号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ETF轮动可以成为小资金可执行场景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不做个股层面高维预测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不把回测写成未来收益承诺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不把预测关系解释成因果关系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为什么选择行业 ETF</a:t>
            </a:r>
          </a:p>
        </p:txBody>
      </p:sp>
      <p:pic>
        <p:nvPicPr>
          <p:cNvPr id="3" name="Picture 2" descr="research_roadmap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28907"/>
            <a:ext cx="10789920" cy="34402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学术谱系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风险因子：提供收益解释语言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动量效应：支持收益延续性的经验直觉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行业动量：把持续性放到行业层面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时间序列动量：支持趋势过滤规则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正则化模型：在弱信号中收缩和筛选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我们的位置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行业动量 + 趋势跟踪 + 正则化预测。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更像低频行业 beta 择时系统，而不是纯 alpha 挖掘器。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约束优化视角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T+1 执行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交易费用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低频调仓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有限 ETF 池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持仓数量与趋势过滤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策略流水线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特征构造 → 横截面标准化 → 正则化预测 → 相对排序 → 趋势过滤 → Top-K → 下一交易日执行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机器学习只提供排序分数，交易规则决定能否落地。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数据与限制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AkShare 新浪 ETF 日频：价格、成交额、覆盖期。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mootdx：补充行情接口。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外部变量：黄金、SHIBOR、融资、商品、研报等。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免费接口不是严格点时数据库，宏观和新闻变量尤其要谨慎。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项目不是线性优化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我们先扩张，再被证据迫使收缩。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DeepSeek 打包探索包记录了两天主线：Day 1 建立低频基线；Day 2 系统审计频率、ETF池、因子、模型和稳健性。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核心版本对照</a:t>
            </a:r>
          </a:p>
        </p:txBody>
      </p:sp>
      <p:pic>
        <p:nvPicPr>
          <p:cNvPr id="3" name="Picture 2" descr="deep_key_ver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368" y="1143000"/>
            <a:ext cx="765278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初始五因子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中期动量：行业状态延续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长期动量：趋势强弱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趋势质量：趋势是否平滑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低波动：风险调整后的稳定性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候选因子不是越多越好</a:t>
            </a:r>
          </a:p>
        </p:txBody>
      </p:sp>
      <p:pic>
        <p:nvPicPr>
          <p:cNvPr id="3" name="Picture 2" descr="rep_factor_ic_redunda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206" y="1143000"/>
            <a:ext cx="719710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分期稳定性更重要</a:t>
            </a:r>
          </a:p>
        </p:txBody>
      </p:sp>
      <p:pic>
        <p:nvPicPr>
          <p:cNvPr id="3" name="Picture 2" descr="candidate_subperiod_i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850" y="1143000"/>
            <a:ext cx="633581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LASSO不是经济真理</a:t>
            </a:r>
          </a:p>
        </p:txBody>
      </p:sp>
      <p:pic>
        <p:nvPicPr>
          <p:cNvPr id="3" name="Picture 2" descr="rep_lasso_ridge_po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47615"/>
            <a:ext cx="10789920" cy="34028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三种正则化方法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Ridge / 所有因子都保留，但系数收缩 / 不自动筛选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LASSO / 把部分系数压为零 / 相关因子间选择不稳定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Elastic Net / 在 Ridge 与 LASSO 之间折中 / 仍需验证窗口稳健性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训练窗口本身就是规格风险</a:t>
            </a:r>
          </a:p>
        </p:txBody>
      </p:sp>
      <p:pic>
        <p:nvPicPr>
          <p:cNvPr id="3" name="Picture 2" descr="deep_training_wind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30832"/>
            <a:ext cx="10789920" cy="38364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简单集成也有竞争力</a:t>
            </a:r>
          </a:p>
        </p:txBody>
      </p:sp>
      <p:pic>
        <p:nvPicPr>
          <p:cNvPr id="3" name="Picture 2" descr="deep_algorithm_equal_weight_surp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245" y="1143000"/>
            <a:ext cx="95810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ETF池不是越宽越好</a:t>
            </a:r>
          </a:p>
        </p:txBody>
      </p:sp>
      <p:pic>
        <p:nvPicPr>
          <p:cNvPr id="3" name="Picture 2" descr="deep_final_90_spec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19123"/>
            <a:ext cx="10789920" cy="445983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细分ETF没有稳定压过宽行业ETF</a:t>
            </a:r>
          </a:p>
        </p:txBody>
      </p:sp>
      <p:pic>
        <p:nvPicPr>
          <p:cNvPr id="3" name="Picture 2" descr="rep_8etf_vs_6e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990" y="1143000"/>
            <a:ext cx="682553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频率越高，换手越快出现</a:t>
            </a:r>
          </a:p>
        </p:txBody>
      </p:sp>
      <p:pic>
        <p:nvPicPr>
          <p:cNvPr id="3" name="Picture 2" descr="deep_not_more_tripty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93367"/>
            <a:ext cx="10789920" cy="391134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180MA不是神奇参数</a:t>
            </a:r>
          </a:p>
        </p:txBody>
      </p:sp>
      <p:pic>
        <p:nvPicPr>
          <p:cNvPr id="3" name="Picture 2" descr="rep_why_180_beats_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22" y="1143000"/>
            <a:ext cx="947867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主结果要看相对大盘</a:t>
            </a:r>
          </a:p>
        </p:txBody>
      </p:sp>
      <p:pic>
        <p:nvPicPr>
          <p:cNvPr id="3" name="Picture 2" descr="deep_excess_over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44" y="1143000"/>
            <a:ext cx="757123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主要指标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最终Ridge收束版 / 14.0% / 0.70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沪深300ETF / 4.7% / 0.33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6只行业ETF等权 / 7.3% / 0.47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机制拆解改变解释</a:t>
            </a:r>
          </a:p>
        </p:txBody>
      </p:sp>
      <p:pic>
        <p:nvPicPr>
          <p:cNvPr id="3" name="Picture 2" descr="deep_component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81593"/>
            <a:ext cx="10789920" cy="453489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POOS是什么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因子筛选、模型选择、超参数调试。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锁定规则，只评价，不再改模型。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POOS不是真正未来，但能减少同一历史区间反复调参带来的自我欺骗。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固定策略的评价起点敏感性</a:t>
            </a:r>
          </a:p>
        </p:txBody>
      </p:sp>
      <p:pic>
        <p:nvPicPr>
          <p:cNvPr id="3" name="Picture 2" descr="deep_halfyear_wall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481" y="1143000"/>
            <a:ext cx="83765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多墙审计</a:t>
            </a:r>
          </a:p>
        </p:txBody>
      </p:sp>
      <p:pic>
        <p:nvPicPr>
          <p:cNvPr id="3" name="Picture 2" descr="deep_wall_schem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43000"/>
            <a:ext cx="104241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为什么不是越多越好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因子更多：共线性和噪声增加。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ETF更多：独立经济信息没有同步增加。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频率更高：交易成本和换手更快放大。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市场状态切分应放在限制里</a:t>
            </a:r>
          </a:p>
        </p:txBody>
      </p:sp>
      <p:pic>
        <p:nvPicPr>
          <p:cNvPr id="3" name="Picture 2" descr="deep_market_regi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25930"/>
            <a:ext cx="10789920" cy="40462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机器学习发挥了什么作用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去噪：收缩弱信号中的极端系数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筛选：发现冗余因子，但不替代验证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审计：比较窗口、wall、ETF池和算法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约束自由度：把直觉变成可复查表格和图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研究不足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免费接口不是点时数据库。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ETF历史短、横截面小。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多次探索带来研究者自由度。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因子 alpha 仍不够满意。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先解决数据审计，再尝试更复杂模型。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用 AI 辅助生成更有经济含义的新因子。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在股票层面用更大样本重新验证。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开发中低频邮件联动交易方案。</a:t>
            </a:r>
          </a:p>
          <a:p>
            <a:pPr>
              <a:spcBef>
                <a:spcPts val="800"/>
              </a:spcBef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清理跨 AI 协作留下的冗余脚本和输出。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24D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3442"/>
                </a:solidFill>
                <a:latin typeface="Microsoft YaHei"/>
              </a:defRPr>
            </a:pPr>
            <a:r>
              <a:t>这项研究的收获不是“机器学习找到了稳定赚钱公式”，而是我们学会了把一个金融直觉放进数据、交易约束和审计流程里，让它能够被解释、被质疑、也被继续改进。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